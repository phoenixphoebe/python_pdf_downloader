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57" r:id="rId7"/>
    <p:sldId id="261" r:id="rId8"/>
    <p:sldId id="262" r:id="rId9"/>
    <p:sldId id="258" r:id="rId10"/>
    <p:sldId id="263" r:id="rId11"/>
    <p:sldId id="264" r:id="rId12"/>
    <p:sldId id="265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PDF Downloader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A Python Script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D78D994-7365-874A-D609-B719437E4DAD}"/>
              </a:ext>
            </a:extLst>
          </p:cNvPr>
          <p:cNvSpPr txBox="1">
            <a:spLocks/>
          </p:cNvSpPr>
          <p:nvPr/>
        </p:nvSpPr>
        <p:spPr>
          <a:xfrm>
            <a:off x="10927828" y="6365868"/>
            <a:ext cx="1659284" cy="423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noProof="0" dirty="0"/>
              <a:t>Af Line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CEAF-0500-D784-3171-A4D1E0CB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Indhold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C3EA4-2E51-D046-D2F2-0B202550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2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9089C-E631-7C4C-2EFB-038900D2DC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noProof="0" dirty="0"/>
              <a:t>Min Kode</a:t>
            </a:r>
          </a:p>
          <a:p>
            <a:pPr lvl="1"/>
            <a:r>
              <a:rPr lang="da-DK" noProof="0" dirty="0"/>
              <a:t>Opgaven</a:t>
            </a:r>
          </a:p>
          <a:p>
            <a:pPr lvl="1"/>
            <a:r>
              <a:rPr lang="da-DK" noProof="0" dirty="0"/>
              <a:t>Mit Fokus – brugervenlighed</a:t>
            </a:r>
          </a:p>
          <a:p>
            <a:pPr lvl="2"/>
            <a:r>
              <a:rPr lang="da-DK" noProof="0" dirty="0"/>
              <a:t>GUI</a:t>
            </a:r>
          </a:p>
          <a:p>
            <a:pPr lvl="2"/>
            <a:r>
              <a:rPr lang="da-DK" noProof="0" dirty="0" err="1"/>
              <a:t>Pickel</a:t>
            </a:r>
            <a:endParaRPr lang="da-DK" noProof="0" dirty="0"/>
          </a:p>
          <a:p>
            <a:r>
              <a:rPr lang="da-DK" noProof="0" dirty="0"/>
              <a:t>Testning</a:t>
            </a:r>
          </a:p>
          <a:p>
            <a:pPr lvl="1"/>
            <a:r>
              <a:rPr lang="da-DK" noProof="0" dirty="0"/>
              <a:t>Hvorfor?</a:t>
            </a:r>
          </a:p>
          <a:p>
            <a:pPr lvl="1"/>
            <a:r>
              <a:rPr lang="da-DK" noProof="0" dirty="0"/>
              <a:t>Hvordan forbereder vi det bedst?</a:t>
            </a:r>
          </a:p>
          <a:p>
            <a:pPr lvl="1"/>
            <a:r>
              <a:rPr lang="da-DK" noProof="0" dirty="0"/>
              <a:t>Tests</a:t>
            </a:r>
          </a:p>
          <a:p>
            <a:pPr lvl="1"/>
            <a:r>
              <a:rPr lang="da-DK" noProof="0" dirty="0"/>
              <a:t>Hvad jeg har gjort</a:t>
            </a:r>
          </a:p>
        </p:txBody>
      </p:sp>
    </p:spTree>
    <p:extLst>
      <p:ext uri="{BB962C8B-B14F-4D97-AF65-F5344CB8AC3E}">
        <p14:creationId xmlns:p14="http://schemas.microsoft.com/office/powerpoint/2010/main" val="216391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09677-D816-CB69-9635-818171A0B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72FE34-8AE4-AFA7-8030-68E226B1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3</a:t>
            </a:fld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AEA405-4C30-0ED3-3507-6EE0E74B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Min Kode</a:t>
            </a:r>
          </a:p>
        </p:txBody>
      </p:sp>
    </p:spTree>
    <p:extLst>
      <p:ext uri="{BB962C8B-B14F-4D97-AF65-F5344CB8AC3E}">
        <p14:creationId xmlns:p14="http://schemas.microsoft.com/office/powerpoint/2010/main" val="2236563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26B5-773B-961C-894D-7ADC5A9B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Opgaven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35456D-3794-A8AD-D6D5-09A93623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4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075DA-A468-24D2-1D20-4BFB915323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noProof="0" dirty="0"/>
              <a:t>Skal kunne downloade Pdf's</a:t>
            </a:r>
          </a:p>
          <a:p>
            <a:r>
              <a:rPr lang="da-DK" noProof="0" dirty="0"/>
              <a:t>Tage Links fra Excel</a:t>
            </a:r>
          </a:p>
          <a:p>
            <a:r>
              <a:rPr lang="da-DK" noProof="0" dirty="0"/>
              <a:t>Opdatere et andet Excel med status</a:t>
            </a:r>
          </a:p>
        </p:txBody>
      </p:sp>
    </p:spTree>
    <p:extLst>
      <p:ext uri="{BB962C8B-B14F-4D97-AF65-F5344CB8AC3E}">
        <p14:creationId xmlns:p14="http://schemas.microsoft.com/office/powerpoint/2010/main" val="254430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F6F2-D2B6-A7ED-FEF4-3EAA5FC3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893258" cy="535531"/>
          </a:xfrm>
        </p:spPr>
        <p:txBody>
          <a:bodyPr/>
          <a:lstStyle/>
          <a:p>
            <a:r>
              <a:rPr lang="da-DK" noProof="0" dirty="0"/>
              <a:t>Mit fokus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A5F65-E37C-BA06-48C6-FFE1489A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5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85A6F-E84B-668B-AD73-0FE2254D4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noProof="0" dirty="0" err="1"/>
              <a:t>Tkinter</a:t>
            </a:r>
            <a:endParaRPr lang="da-DK" noProof="0" dirty="0"/>
          </a:p>
          <a:p>
            <a:endParaRPr lang="da-DK" noProof="0" dirty="0"/>
          </a:p>
          <a:p>
            <a:r>
              <a:rPr lang="da-DK" sz="2000" i="1" noProof="0" dirty="0"/>
              <a:t>“Hvad nu hvis noget ændre sig?”</a:t>
            </a:r>
          </a:p>
          <a:p>
            <a:endParaRPr lang="da-DK" sz="2000" i="1" noProof="0" dirty="0"/>
          </a:p>
          <a:p>
            <a:r>
              <a:rPr lang="da-DK" noProof="0" dirty="0" err="1"/>
              <a:t>Pickel</a:t>
            </a:r>
            <a:endParaRPr lang="da-DK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4933A5-6874-E5DA-4EF8-B8E76B05C06C}"/>
              </a:ext>
            </a:extLst>
          </p:cNvPr>
          <p:cNvSpPr txBox="1">
            <a:spLocks/>
          </p:cNvSpPr>
          <p:nvPr/>
        </p:nvSpPr>
        <p:spPr>
          <a:xfrm>
            <a:off x="2337758" y="542925"/>
            <a:ext cx="3623095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noProof="0" dirty="0"/>
              <a:t>- Brugervenlighed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B4105-5A9E-8EC9-4BD7-B255B770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884905"/>
            <a:ext cx="6313513" cy="361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3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9CD73B-8D1C-3133-247B-CCA88EB2C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15F23-3F74-FA86-823A-69825C22C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6</a:t>
            </a:fld>
            <a:endParaRPr lang="da-DK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0B803B-4FF5-A146-E572-8A5852C7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Testning</a:t>
            </a:r>
          </a:p>
        </p:txBody>
      </p:sp>
    </p:spTree>
    <p:extLst>
      <p:ext uri="{BB962C8B-B14F-4D97-AF65-F5344CB8AC3E}">
        <p14:creationId xmlns:p14="http://schemas.microsoft.com/office/powerpoint/2010/main" val="254109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4644-FC40-A9FD-CDC3-85366B6B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Hvorfor?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6E1D61-A35F-AC37-C2F8-FFF7348D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7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7AA60-2220-E730-6DC5-891BF701B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535531"/>
          </a:xfrm>
        </p:spPr>
        <p:txBody>
          <a:bodyPr/>
          <a:lstStyle/>
          <a:p>
            <a:r>
              <a:rPr lang="da-DK" sz="2400" i="1" noProof="0" dirty="0"/>
              <a:t>“Hvorfor er det så vigtigt?”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CC1E8C0-48A3-045C-257D-24F27826EE86}"/>
              </a:ext>
            </a:extLst>
          </p:cNvPr>
          <p:cNvSpPr txBox="1">
            <a:spLocks/>
          </p:cNvSpPr>
          <p:nvPr/>
        </p:nvSpPr>
        <p:spPr>
          <a:xfrm>
            <a:off x="444500" y="2160916"/>
            <a:ext cx="6718300" cy="4014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noProof="0" dirty="0"/>
              <a:t>For ikke at skulle køre hvert scenarie</a:t>
            </a:r>
          </a:p>
          <a:p>
            <a:r>
              <a:rPr lang="da-DK" noProof="0" dirty="0"/>
              <a:t>For at sikre at koden virker, selv efter ændringer</a:t>
            </a:r>
          </a:p>
          <a:p>
            <a:pPr lvl="1"/>
            <a:r>
              <a:rPr lang="da-DK" noProof="0" dirty="0"/>
              <a:t>IC/DC </a:t>
            </a:r>
          </a:p>
        </p:txBody>
      </p:sp>
    </p:spTree>
    <p:extLst>
      <p:ext uri="{BB962C8B-B14F-4D97-AF65-F5344CB8AC3E}">
        <p14:creationId xmlns:p14="http://schemas.microsoft.com/office/powerpoint/2010/main" val="187912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EAE4-842D-8279-3FE6-78A42301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Hvordan forbereder vi bedst?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ED648-1A54-3F23-9F7F-E745CFEE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8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63EAA-858D-CBDC-A9AE-105CDC9BFC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noProof="0" dirty="0"/>
              <a:t>Vores kode:</a:t>
            </a:r>
          </a:p>
          <a:p>
            <a:r>
              <a:rPr lang="da-DK" noProof="0" dirty="0"/>
              <a:t>Clean Code</a:t>
            </a:r>
          </a:p>
          <a:p>
            <a:r>
              <a:rPr lang="da-DK" noProof="0" dirty="0"/>
              <a:t>Fokuserede Metoder</a:t>
            </a:r>
          </a:p>
          <a:p>
            <a:endParaRPr lang="da-DK" noProof="0" dirty="0"/>
          </a:p>
          <a:p>
            <a:pPr marL="0" indent="0">
              <a:buNone/>
            </a:pPr>
            <a:r>
              <a:rPr lang="da-DK" noProof="0" dirty="0"/>
              <a:t>Testning</a:t>
            </a:r>
          </a:p>
          <a:p>
            <a:r>
              <a:rPr lang="da-DK" noProof="0" dirty="0"/>
              <a:t>Test </a:t>
            </a:r>
            <a:r>
              <a:rPr lang="da-DK" noProof="0" dirty="0" err="1"/>
              <a:t>environment</a:t>
            </a:r>
            <a:endParaRPr lang="da-DK" noProof="0" dirty="0"/>
          </a:p>
          <a:p>
            <a:endParaRPr lang="da-DK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D8414-7CD4-03B6-123D-C1ABF9B9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54" y="1881022"/>
            <a:ext cx="4108496" cy="46166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1F9705-C839-FCE2-8261-4A72214321A7}"/>
              </a:ext>
            </a:extLst>
          </p:cNvPr>
          <p:cNvSpPr/>
          <p:nvPr/>
        </p:nvSpPr>
        <p:spPr>
          <a:xfrm>
            <a:off x="3429000" y="2038350"/>
            <a:ext cx="4133850" cy="23145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107761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CE71-3BC7-0CE7-7B9F-76687EB6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Tests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ABB3C-F582-AAD3-1F52-9A94DC69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9</a:t>
            </a:fld>
            <a:endParaRPr lang="da-DK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08834-18EF-6C57-EA1C-84BBC76AE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a-DK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C2A5FF-121A-9261-46FB-DDCF3C4FD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34781"/>
              </p:ext>
            </p:extLst>
          </p:nvPr>
        </p:nvGraphicFramePr>
        <p:xfrm>
          <a:off x="603250" y="2129366"/>
          <a:ext cx="5978526" cy="145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263">
                  <a:extLst>
                    <a:ext uri="{9D8B030D-6E8A-4147-A177-3AD203B41FA5}">
                      <a16:colId xmlns:a16="http://schemas.microsoft.com/office/drawing/2014/main" val="3815412382"/>
                    </a:ext>
                  </a:extLst>
                </a:gridCol>
                <a:gridCol w="2989263">
                  <a:extLst>
                    <a:ext uri="{9D8B030D-6E8A-4147-A177-3AD203B41FA5}">
                      <a16:colId xmlns:a16="http://schemas.microsoft.com/office/drawing/2014/main" val="2273308379"/>
                    </a:ext>
                  </a:extLst>
                </a:gridCol>
              </a:tblGrid>
              <a:tr h="726017">
                <a:tc>
                  <a:txBody>
                    <a:bodyPr/>
                    <a:lstStyle/>
                    <a:p>
                      <a:pPr algn="ctr"/>
                      <a:r>
                        <a:rPr lang="da-DK" noProof="0" dirty="0"/>
                        <a:t>Unit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noProof="0" dirty="0"/>
                        <a:t>Integrations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477618"/>
                  </a:ext>
                </a:extLst>
              </a:tr>
              <a:tr h="726017">
                <a:tc>
                  <a:txBody>
                    <a:bodyPr/>
                    <a:lstStyle/>
                    <a:p>
                      <a:pPr algn="ctr"/>
                      <a:r>
                        <a:rPr lang="da-DK" noProof="0" dirty="0"/>
                        <a:t> Test enkelte elementer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noProof="0" dirty="0"/>
                        <a:t>Test integrationen mellem elementerne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04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97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6F19-C645-B802-DAFE-2FB426B4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a-DK" noProof="0" dirty="0" err="1"/>
              <a:t>Arrange</a:t>
            </a:r>
            <a:br>
              <a:rPr lang="da-DK" noProof="0" dirty="0"/>
            </a:br>
            <a:br>
              <a:rPr lang="da-DK" noProof="0" dirty="0"/>
            </a:br>
            <a:r>
              <a:rPr lang="da-DK" noProof="0" dirty="0" err="1"/>
              <a:t>Act</a:t>
            </a:r>
            <a:br>
              <a:rPr lang="da-DK" noProof="0" dirty="0"/>
            </a:br>
            <a:br>
              <a:rPr lang="da-DK" noProof="0" dirty="0"/>
            </a:br>
            <a:r>
              <a:rPr lang="da-DK" noProof="0" dirty="0" err="1"/>
              <a:t>Assert</a:t>
            </a:r>
            <a:endParaRPr lang="da-DK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13637B-0F5C-F38A-752E-2E1D496F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da-DK" noProof="0" smtClean="0"/>
              <a:pPr/>
              <a:t>10</a:t>
            </a:fld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341466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300</TotalTime>
  <Words>136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Trade Gothic LT Pro</vt:lpstr>
      <vt:lpstr>Trebuchet MS</vt:lpstr>
      <vt:lpstr>Office Theme</vt:lpstr>
      <vt:lpstr>PDF Downloader</vt:lpstr>
      <vt:lpstr>Indhold</vt:lpstr>
      <vt:lpstr>Min Kode</vt:lpstr>
      <vt:lpstr>Opgaven</vt:lpstr>
      <vt:lpstr>Mit fokus</vt:lpstr>
      <vt:lpstr>Testning</vt:lpstr>
      <vt:lpstr>Hvorfor?</vt:lpstr>
      <vt:lpstr>Hvordan forbereder vi bedst?</vt:lpstr>
      <vt:lpstr>Tests</vt:lpstr>
      <vt:lpstr>Arrange  Act  Assert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 Wienke</dc:creator>
  <cp:lastModifiedBy>Line Wienke</cp:lastModifiedBy>
  <cp:revision>2</cp:revision>
  <dcterms:created xsi:type="dcterms:W3CDTF">2026-03-06T08:39:47Z</dcterms:created>
  <dcterms:modified xsi:type="dcterms:W3CDTF">2026-03-06T13:41:08Z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