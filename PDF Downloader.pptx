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6" r:id="rId5"/>
    <p:sldId id="259" r:id="rId6"/>
    <p:sldId id="257" r:id="rId7"/>
    <p:sldId id="261" r:id="rId8"/>
    <p:sldId id="258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5457B-CDAE-4DEB-AEC8-C82DE2312E37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1430A-4AA4-45C8-AC23-CD6B61C41A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B78EA-28CE-41D8-9043-90E391E5F567}" type="datetimeFigureOut">
              <a:rPr lang="en-US" noProof="0" smtClean="0"/>
              <a:t>3/6/2026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4D747-9380-41EE-9946-EC9EC0CA5D1E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8" name="Right Triangle 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9" name="Right Triangle 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11" name="Freeform: Shap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4" name="Freeform: Shap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lt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84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6718300" cy="409324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0C167E-2626-40DB-AACF-D02543E29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474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681163"/>
            <a:ext cx="5157787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157788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7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8" name="Content Placeholder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75412" y="2505075"/>
            <a:ext cx="5183188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1517715"/>
            <a:ext cx="5184437" cy="4659248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465924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ategor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Picture Placeholder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3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4290" y="1444649"/>
            <a:ext cx="7694310" cy="4579079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: Shap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0" name="Freeform: Shap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Slide Number Placeholder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ight Triangle 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4-4840-40CC-AC84-17E24B3B7BDE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en-US" noProof="0" dirty="0">
                <a:latin typeface="+mj-lt"/>
              </a:rPr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reeform: Shap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Freeform: Shape 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: Single Corner Snipped 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17" name="Rectangle: Single Corner Snipped 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8" name="Freeform: Shap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7" r:id="rId7"/>
    <p:sldLayoutId id="2147483674" r:id="rId8"/>
    <p:sldLayoutId id="2147483665" r:id="rId9"/>
    <p:sldLayoutId id="2147483673" r:id="rId10"/>
    <p:sldLayoutId id="2147483662" r:id="rId11"/>
    <p:sldLayoutId id="2147483663" r:id="rId12"/>
    <p:sldLayoutId id="2147483664" r:id="rId13"/>
    <p:sldLayoutId id="2147483675" r:id="rId14"/>
    <p:sldLayoutId id="2147483676" r:id="rId15"/>
    <p:sldLayoutId id="2147483672" r:id="rId16"/>
    <p:sldLayoutId id="2147483667" r:id="rId17"/>
    <p:sldLayoutId id="21474836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noProof="0" dirty="0"/>
              <a:t>PDF Downloader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537F64-4C96-4AA8-BB21-E8053A3186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noProof="0" dirty="0"/>
              <a:t>A Python Script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8D78D994-7365-874A-D609-B719437E4DAD}"/>
              </a:ext>
            </a:extLst>
          </p:cNvPr>
          <p:cNvSpPr txBox="1">
            <a:spLocks/>
          </p:cNvSpPr>
          <p:nvPr/>
        </p:nvSpPr>
        <p:spPr>
          <a:xfrm>
            <a:off x="10927828" y="6365868"/>
            <a:ext cx="1659284" cy="423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None/>
              <a:defRPr lang="en-GB" sz="1800" kern="1200" spc="30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noProof="0" dirty="0"/>
              <a:t>Af Line</a:t>
            </a:r>
          </a:p>
        </p:txBody>
      </p: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0CEAF-0500-D784-3171-A4D1E0CBB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Indhold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AC3EA4-2E51-D046-D2F2-0B202550B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da-DK" noProof="0" smtClean="0"/>
              <a:pPr/>
              <a:t>2</a:t>
            </a:fld>
            <a:endParaRPr lang="da-DK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9089C-E631-7C4C-2EFB-038900D2DC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noProof="0" dirty="0"/>
              <a:t>Min Kode</a:t>
            </a:r>
          </a:p>
          <a:p>
            <a:pPr lvl="1"/>
            <a:r>
              <a:rPr lang="da-DK" noProof="0" dirty="0"/>
              <a:t>Opgaven</a:t>
            </a:r>
          </a:p>
          <a:p>
            <a:pPr lvl="1"/>
            <a:r>
              <a:rPr lang="da-DK" noProof="0" dirty="0"/>
              <a:t>Mit Fokus – brugervenlighed</a:t>
            </a:r>
          </a:p>
          <a:p>
            <a:pPr lvl="2"/>
            <a:r>
              <a:rPr lang="da-DK" dirty="0"/>
              <a:t>GUI</a:t>
            </a:r>
          </a:p>
          <a:p>
            <a:pPr lvl="2"/>
            <a:r>
              <a:rPr lang="da-DK" noProof="0" dirty="0"/>
              <a:t>Pickel</a:t>
            </a:r>
          </a:p>
          <a:p>
            <a:r>
              <a:rPr lang="da-DK" noProof="0" dirty="0"/>
              <a:t>Testing</a:t>
            </a:r>
          </a:p>
          <a:p>
            <a:pPr lvl="1"/>
            <a:r>
              <a:rPr lang="da-DK" noProof="0" dirty="0"/>
              <a:t>Hvorfor?</a:t>
            </a:r>
          </a:p>
          <a:p>
            <a:pPr lvl="1"/>
            <a:r>
              <a:rPr lang="da-DK" noProof="0" dirty="0"/>
              <a:t>Unit test</a:t>
            </a:r>
          </a:p>
          <a:p>
            <a:pPr lvl="1"/>
            <a:r>
              <a:rPr lang="da-DK" noProof="0" dirty="0"/>
              <a:t>Intergrations test</a:t>
            </a:r>
          </a:p>
        </p:txBody>
      </p:sp>
    </p:spTree>
    <p:extLst>
      <p:ext uri="{BB962C8B-B14F-4D97-AF65-F5344CB8AC3E}">
        <p14:creationId xmlns:p14="http://schemas.microsoft.com/office/powerpoint/2010/main" val="2163918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09677-D816-CB69-9635-818171A0BB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72FE34-8AE4-AFA7-8030-68E226B11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da-DK" noProof="0" smtClean="0"/>
              <a:pPr/>
              <a:t>3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9AEA405-4C30-0ED3-3507-6EE0E74B6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Min Kode</a:t>
            </a:r>
          </a:p>
        </p:txBody>
      </p:sp>
    </p:spTree>
    <p:extLst>
      <p:ext uri="{BB962C8B-B14F-4D97-AF65-F5344CB8AC3E}">
        <p14:creationId xmlns:p14="http://schemas.microsoft.com/office/powerpoint/2010/main" val="2236563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C26B5-773B-961C-894D-7ADC5A9B1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Opgaven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35456D-3794-A8AD-D6D5-09A93623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075DA-A468-24D2-1D20-4BFB915323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4303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9CD73B-8D1C-3133-247B-CCA88EB2C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215F23-3F74-FA86-823A-69825C22C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da-DK" noProof="0" smtClean="0"/>
              <a:pPr/>
              <a:t>5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60B803B-4FF5-A146-E572-8A5852C7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41093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46F19-C645-B802-DAFE-2FB426B48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da-DK" noProof="0" dirty="0"/>
              <a:t>Arrange</a:t>
            </a:r>
            <a:br>
              <a:rPr lang="da-DK" noProof="0" dirty="0"/>
            </a:br>
            <a:br>
              <a:rPr lang="da-DK" noProof="0" dirty="0"/>
            </a:br>
            <a:r>
              <a:rPr lang="da-DK" noProof="0" dirty="0"/>
              <a:t>Act</a:t>
            </a:r>
            <a:br>
              <a:rPr lang="da-DK" noProof="0" dirty="0"/>
            </a:br>
            <a:br>
              <a:rPr lang="da-DK" noProof="0" dirty="0"/>
            </a:br>
            <a:r>
              <a:rPr lang="da-DK" noProof="0" dirty="0"/>
              <a:t>Assert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13637B-0F5C-F38A-752E-2E1D496FD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da-DK" noProof="0" smtClean="0"/>
              <a:pPr/>
              <a:t>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1466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6687569_Modern blue presentation_AAS_v5" id="{C7B59113-CD15-4341-96CA-86E715D5BE98}" vid="{5A8FDAEB-3DF3-4B3C-A708-49813F8D6F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757914-1161-4661-9696-421FD6935CDD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5B26E0C9-B2AA-42E6-97B6-E1B7D9EAF1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103400-4A22-4E35-B588-4C4D426389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Modern blue presentation</Template>
  <TotalTime>21</TotalTime>
  <Words>39</Words>
  <Application>Microsoft Office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Trade Gothic LT Pro</vt:lpstr>
      <vt:lpstr>Trebuchet MS</vt:lpstr>
      <vt:lpstr>Office Theme</vt:lpstr>
      <vt:lpstr>PDF Downloader</vt:lpstr>
      <vt:lpstr>Indhold</vt:lpstr>
      <vt:lpstr>Min Kode</vt:lpstr>
      <vt:lpstr>Opgaven</vt:lpstr>
      <vt:lpstr>PowerPoint Presentation</vt:lpstr>
      <vt:lpstr>Arrange  Act  Assert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 Wienke</dc:creator>
  <cp:lastModifiedBy>Line Wienke</cp:lastModifiedBy>
  <cp:revision>1</cp:revision>
  <dcterms:created xsi:type="dcterms:W3CDTF">2026-03-06T08:39:47Z</dcterms:created>
  <dcterms:modified xsi:type="dcterms:W3CDTF">2026-03-06T09:00:57Z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